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1F4E79"/>
                </a:solidFill>
                <a:latin typeface="Segoe UI"/>
              </a:rPr>
              <a:t>CVPR20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1063721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Temporal-Support Identifiability in Event-Detection Evaluation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4340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6B6B6B"/>
                </a:solidFill>
                <a:latin typeface="Malgun Gothic"/>
              </a:rPr>
              <a:t>이벤트 검출 벤치마크의 점수에 붙은 하나의 시각(timestamp)은 그 점수 뒤의 시간 범위를 유일하게 결정하지 못한다.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60520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algun Gothic"/>
              </a:rPr>
              <a:t>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789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검출 점수는 "몇 시 몇 분"이라는 하나의 값으로 색인되지만, 예측기와 라벨이 실제로 본 시간 구간은 다르다.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공개된 프로토콜과 artifact만으로는 그 시간 범위를 복원할 수 없는 경우가 있다.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이것을 temporal-support identifiability 문제로 정식화하고, 세 가지 audit으로 측정했다.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276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   ·   1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algun Gothic"/>
              </a:rPr>
              <a:t>무엇이 문제인가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789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평가 함수는 위치·모양·클래스만 보고, temporal support나 effective state time을 나타내는 변수가 없다.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그래서 시간 불일치가 공간적 위치 오차로 채점된다.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예측기는 센서 window에서, 라벨은 노출·annotator·기하 변환에서 오는데 둘 다 명시되지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72384"/>
            <a:ext cx="41148" cy="11155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118104"/>
            <a:ext cx="10271455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Segoe UI"/>
              </a:rPr>
              <a:t>"Beyond selecting the label at t, the scoring function contains no variable representing temporal support or effective state time, so a temporal discrepancy is scored as displacement."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CVPR20/submission_2027/paper/latex/main.tex:61-63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   ·   2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algun Gothic"/>
              </a:rPr>
              <a:t>기존 증거로는 왜 알 수 없었나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789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기존 연구는 벤치마크의 시간 색인을 주어진 것으로 두고 그 안에서 측정 대상을 개선한다.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센서 지연 보정, compute latency의 AP 반영, temporal window 재설계 모두 고정된 색인 위에서의 변경이다.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여기서 측정하는 대상은 그 색인 자체와, 그 아래 pooling되는 temporal support다.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72384"/>
            <a:ext cx="41148" cy="11155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118104"/>
            <a:ext cx="10271455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Segoe UI"/>
              </a:rPr>
              <a:t>"each changes what the predictor does at a fixed benchmark index, whereas the object measured below is that index itself and the temporal support a score reported under it pools."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CVPR20/submission_2027/paper/latex/main.tex:74-75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   ·   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algun Gothic"/>
              </a:rPr>
              <a:t>무엇을 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789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2084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공개된 artifact만으로 predictor input window와 label 노출 구간을 복원해 무엇이 결정되고 무엇이 안 되는지 나눴다.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SSM-ViT 스트리밍 파이프라인에서 chunk 경계만 바꾸는 paired intervention을 걸었다. 프레임·가중치·라벨·평가기는 고정.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RVT는 window-ablation sensitivity centroid와 회귀 기반 temporal coefficient라는 두 descriptor로 읽었다.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DSEC는 노출 내부 타이밍에서 조명(mains flicker) 고정 구조를 물체 운동과 분리했다.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56432"/>
            <a:ext cx="41148" cy="14447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502152"/>
            <a:ext cx="10271455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Segoe UI"/>
              </a:rPr>
              <a:t>"We formulate this ambiguity as benchmark temporal-support identifiability: whether the released protocol and artifacts uniquely determine the temporal quantities represented by a reported score."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CVPR20/submission_2027/paper/latex/main.tex:86-87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   ·   4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algun Gothic"/>
              </a:rPr>
              <a:t>핵심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789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10637215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49961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Segoe UI"/>
              </a:rPr>
              <a:t>4.20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463040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algun Gothic"/>
              </a:rPr>
              <a:t>같은 라벨 프레임에서 chunk 경계만 바꿨을 때 S5-B의 점수 이동(released streaming evaluator 기준)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main.tex:91, numbers.tex:1017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39696"/>
            <a:ext cx="10637215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2677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Segoe UI"/>
              </a:rPr>
              <a:t>one to twenty-one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31136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algun Gothic"/>
              </a:rPr>
              <a:t>하나의 pooled score가 묶고 있는 recurrent history window의 개수 범위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main.tex:90, main.tex:793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07792"/>
            <a:ext cx="10637215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035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Segoe UI"/>
              </a:rPr>
              <a:t>(23.81)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99232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algun Gothic"/>
              </a:rPr>
              <a:t>RVT의 window-ablation sensitivity centroid 크기, 단위 ms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numbers.tex:266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8"/>
            <a:ext cx="10637215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8039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Segoe UI"/>
              </a:rPr>
              <a:t>(-2.40), (7.18)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767328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algun Gothic"/>
              </a:rPr>
              <a:t>회귀 기반 temporal coefficient와 그 표준오차, 단위 ms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numbers.tex:414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43984"/>
            <a:ext cx="10637215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572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Segoe UI"/>
              </a:rPr>
              <a:t>(0.04)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35424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algun Gothic"/>
              </a:rPr>
              <a:t>해당 변위에서 지불되는 mAP 비용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numbers.tex:627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12080"/>
            <a:ext cx="10637215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534009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Segoe UI"/>
              </a:rPr>
              <a:t>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303520"/>
            <a:ext cx="7802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Malgun Gothic"/>
              </a:rPr>
              <a:t>공통 -23.81 ms 변위에서 순서가 유지되는 released checkpoint 수, validation split 기준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numbers.tex:829, main.tex:630-632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   ·   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algun Gothic"/>
              </a:rPr>
              <a:t>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789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2084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각 결과는 명시된 instrument에 조건부다: local window-ablation sensitivity, 보고된 회귀 specification, local constant-velocity 변위 surrogate.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SSM chunk 결과는 released SSM-ViT checkpoint 두 개와 그 released streaming evaluator에만 적용된다.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Gen1과 DSEC는 별개의 case study이며 데이터셋 간 보편성은 주장하지 않는다.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모든 Gen1 정량 주장은 이식된 released checkpoint의 validation-split 주장이다.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56432"/>
            <a:ext cx="41148" cy="7863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3502152"/>
            <a:ext cx="1027145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Segoe UI"/>
              </a:rPr>
              <a:t>"Gen1 and DSEC are separate case studies, and no cross-dataset universality is claimed."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CVPR20/submission_2027/paper/latex/main.tex:783-784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   ·   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algun Gothic"/>
              </a:rPr>
              <a:t>무엇이 더 이상 정당화되지 않는가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078992"/>
            <a:ext cx="10637215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37215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같은 nominal timestamp의 두 점수를 "같은 시점의 성능"으로 읽는 것은, 뒤의 recurrent support가 다르면 정당화되지 않는다.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Malgun Gothic"/>
              </a:rPr>
              <a:t>·  predictor support와 label acquisition interval을 점수와 함께 보고해야 이 양들이 protocol-identifiable해진다.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88336"/>
            <a:ext cx="41148" cy="14447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734056"/>
            <a:ext cx="10271455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Segoe UI"/>
              </a:rPr>
              <a:t>"Two scores at the same nominal timestamp are therefore not performance at the same effective time when the recurrent support behind them differs; reporting predictor support and label acquisition intervals alongside the score makes these quantities protocol-identifiable."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CVPR20/submission_2027/paper/latex/main.tex:798-800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Segoe UI"/>
              </a:rPr>
              <a:t>CVPR20   · 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